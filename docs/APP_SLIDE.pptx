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"/>
            <a:ext cx="12191695" cy="228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82512"/>
            <a:ext cx="12191695" cy="475487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9738360" y="201168"/>
            <a:ext cx="2286000" cy="914400"/>
          </a:xfrm>
          <a:prstGeom prst="rect">
            <a:avLst/>
          </a:prstGeom>
          <a:noFill/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999999"/>
                </a:solidFill>
                <a:latin typeface="Calibri"/>
              </a:rPr>
              <a:t>paste SIH logo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9052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IMU Logger — the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86384"/>
            <a:ext cx="9052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F5C8B"/>
                </a:solidFill>
                <a:latin typeface="Calibri"/>
              </a:rPr>
              <a:t>One phone, eleven sensors, no API keys, no internet at runtime  ·  records the evidence and dead-reckons at the same time</a:t>
            </a:r>
          </a:p>
        </p:txBody>
      </p:sp>
      <p:pic>
        <p:nvPicPr>
          <p:cNvPr id="8" name="Picture 7" descr="app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59" y="1225296"/>
            <a:ext cx="7541480" cy="4709160"/>
          </a:xfrm>
          <a:prstGeom prst="rect">
            <a:avLst/>
          </a:prstGeom>
        </p:spPr>
      </p:pic>
      <p:pic>
        <p:nvPicPr>
          <p:cNvPr id="9" name="Picture 8" descr="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301" y="1225296"/>
            <a:ext cx="2888197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0" y="43159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F6368"/>
                </a:solidFill>
                <a:latin typeface="Calibri"/>
              </a:rPr>
              <a:t>Offline vector map, no network  ·  Session panel: metrics, drift, legend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681727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5C8B"/>
                </a:solidFill>
                <a:latin typeface="Calibri"/>
              </a:rPr>
              <a:t>1,312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4700015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IMU samples per second, 11 streams, one monotonic clock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138927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5C8B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5157215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API keys, backends, network calls at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596127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5C8B"/>
                </a:solidFill>
                <a:latin typeface="Calibri"/>
              </a:rPr>
              <a:t>210 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5614415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368"/>
                </a:solidFill>
                <a:latin typeface="Calibri"/>
              </a:rPr>
              <a:t>one file: the basemap AND the road network for matching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016752"/>
            <a:ext cx="11338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5C8B"/>
                </a:solidFill>
                <a:latin typeface="Calibri"/>
              </a:rPr>
              <a:t>The map, the road network and the positioning all live on the device — it works in a tunnel because it never needed a server.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